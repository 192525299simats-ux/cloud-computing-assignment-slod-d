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05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9" y="273376"/>
            <a:ext cx="11698664" cy="63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Security Fundamentals: Protecting Data and Applications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Models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Responsibility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Security Practices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endParaRPr lang="en-US" sz="2000" dirty="0" smtClean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l">
              <a:spcAft>
                <a:spcPts val="1000"/>
              </a:spcAft>
              <a:buNone/>
            </a:pPr>
            <a:endParaRPr lang="en-US" sz="200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l">
              <a:spcAft>
                <a:spcPts val="1000"/>
              </a:spcAft>
              <a:buNone/>
            </a:pPr>
            <a:endParaRPr lang="en-US" sz="2000" dirty="0" smtClean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dirty="0" smtClean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by: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k.chandrika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10694" y="2100291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Cloud Security?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35519" y="3379510"/>
            <a:ext cx="11091672" cy="1880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security protects data, applications, and systems stored in the cloud.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prevents unauthorized access, data theft, and cyberattacks.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uses encryption, authentication, and monitoring to keep information safe.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Protecting customer information stored on a cloud server.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26232" y="1798633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 smtClean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</a:t>
            </a: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Computing Models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265836" y="3275814"/>
            <a:ext cx="11091672" cy="223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three main cloud service models.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IaaS: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virtual machines, storage, and networks.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PaaS: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a platform to develop and run applications.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SaaS: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ready-to-use software over the internet.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IaaS is Amazon EC2, PaaS is Google App Engine, and SaaS is Microsoft 365.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21517" y="1343319"/>
            <a:ext cx="63235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Security Models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27748" y="3106133"/>
            <a:ext cx="10311038" cy="1871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Trust: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every user before granting access. Never trust users automatically. Use multi-factor authentication (MFA).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Defense in Depth: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multiple layers of security. Combine firewalls, encryption, and monitoring. If one security layer fails, others provide protection.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92599" y="1440415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Responsibility Model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3799" y="2729060"/>
            <a:ext cx="10735244" cy="2521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security is shared between the cloud provider and the customer.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Provider Responsibilities: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server security, data center protection, and cloud infrastructure maintenance.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Responsibilities: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protection, user access management, application security, and secure configuration.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Point: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cloud provider secures the cloud infrastructure, while customers secure their data and the resources they control.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25715" y="1025637"/>
            <a:ext cx="78506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Cloud Security Threats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99468" y="3139126"/>
            <a:ext cx="11091672" cy="261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Breaches: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Unauthorized access to sensitive information.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Misconfiguration: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Incorrect settings expose cloud resources.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 Hijacking: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Attackers steal login credentials.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Insecure APIs: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API security allows unauthorized access.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Loss: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Accidental deletion or malicious attacks destroy information.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publicly accessible storage bucket exposes private customer files.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45844" y="199659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Essential Cloud Security Practices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17216"/>
            <a:ext cx="11091672" cy="244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Encryption: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data at rest and in transit.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MFA: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another layer of login security.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Control: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users only the permissions they need.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unwanted network traffic.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 data after accidental deletion or an attack.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suspicious activities.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90183" y="158181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Cloud Architecture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331824" y="2823327"/>
            <a:ext cx="11091672" cy="351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secure cloud application can use the following components.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Firewall/WAF: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malicious network and web traffic.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Server: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the application securely.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Private Database: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direct public access to sensitive data.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Encryption: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Protects stored and transmitted information.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IAM: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Controls who can access cloud resources.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Detects unusual activities.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online shopping website uses a firewall, a protected application server, and a private database to secure customer information.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76302" y="1280160"/>
            <a:ext cx="43573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9142" y="270078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security protects applications, systems, and sensitive data.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Trust and Defense in Depth improve security.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providers and customers share security responsibilities.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Encryption, MFA, and access control reduce security risks.</a:t>
            </a:r>
            <a:endParaRPr lang="en-US" sz="2000" dirty="0"/>
          </a:p>
          <a:p>
            <a:pPr marL="0" indent="0"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monitoring and backups improve protection and recovery.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199" y="3205113"/>
            <a:ext cx="63442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latin typeface="Algerian" panose="04020705040A02060702" pitchFamily="82" charset="0"/>
              </a:rPr>
              <a:t>THANK YOU</a:t>
            </a:r>
            <a:endParaRPr lang="en-IN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54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525</Words>
  <Application>Microsoft Office PowerPoint</Application>
  <PresentationFormat>Widescreen</PresentationFormat>
  <Paragraphs>66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Fundamentals</dc:title>
  <dc:subject>PptxGenJS Presentation</dc:subject>
  <dc:creator>PptxGenJS</dc:creator>
  <cp:lastModifiedBy>DELL</cp:lastModifiedBy>
  <cp:revision>8</cp:revision>
  <dcterms:created xsi:type="dcterms:W3CDTF">2026-10-10T08:19:54Z</dcterms:created>
  <dcterms:modified xsi:type="dcterms:W3CDTF">2026-10-22T03:29:09Z</dcterms:modified>
</cp:coreProperties>
</file>